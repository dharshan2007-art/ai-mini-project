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58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6DB-6447-4E9A-8D0B-327B958AB26D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476D98-D61B-4655-9F07-885518B2E1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179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B42F0ED-5252-4C0D-3BA2-BA6ECDF90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4F6E366-4DE2-8E81-1DC3-0AEE197AF6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58C19ECA-A45F-0986-41DE-E73470F3D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A8A127-BB09-41A4-B1CB-CF09F8E9604A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6DC80E-2DDD-1136-4BC6-B4406DBF7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3C6432E-64B5-4716-F794-CD0C848FE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42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5275F44-3844-F881-3DC9-E55F3A5BB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8B5DD6E-70DC-EC37-F363-8CA0371D4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E884CC4-4338-D905-6FCE-6141610CE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9C543-C1A5-4BB5-A80B-9531F5C51CEB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D46F4CB-E19E-BF21-CA04-20FBF9E0B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4C561CA-A7D9-921E-283C-D2D26EC9D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38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99F0DB8-4328-6842-4C20-194E16496B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FD1C16DD-B055-C373-DB9C-1095E3A7F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0308B3A-5B20-B104-4DC9-F294FE85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B2ABE-BEC8-4A12-8AF2-3E9347C9F9C5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42F6EF1-C2BF-E0B8-5AD2-1E80894A9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73C3E5B-79C1-F551-EB78-424972E41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975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84FA2CF-D4B2-C0EA-7D8B-9997981D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C8EC816-FAB0-61B5-B8A9-3CEEDE3AC6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B6888030-9606-40F3-F568-569861E67B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1F26BC2E-18CA-513E-BBD3-A4A6A4682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7CA91-FD83-4EFE-93EA-63992C03614F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7610C424-8EE7-DCF3-92CA-9943CA217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13B02771-6578-A3F3-2DE5-957F26935F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3A56EB-15F3-DA5A-FC5F-C8A9854DF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E44F55B3-769C-0F68-56E4-09A31651F0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949390E3-482E-14E5-E93E-3EFDFCA02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8A5F7FD4-A0A2-100E-247B-0439DA6A8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AB19785-7F9E-F7E7-9989-FBA2A2436A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599BF4CB-4B11-6795-84C1-91B139428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6C43A-13E2-48A2-BAE5-CC73887FC199}" type="datetime1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F52FCB82-5972-D333-E21C-DF24F6BCF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AF12211A-324E-9069-32B0-8F509730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88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40A965-A2B0-80BB-C6BA-CCCFA272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DF0A2016-FBBB-4A1F-6F9E-FE6A63DE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A2C5D3-416C-4131-8BC9-E71DA97D5A64}" type="datetime1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BE845DF-F961-5466-32C3-C6385060C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6E057F6-928A-6D9F-4161-C04DEAA8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4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3DB366D7-6680-4FD6-C029-DC5C0BB2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71593-8386-48B7-BB85-87C0949B2086}" type="datetime1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94179984-8567-91CB-0310-29A3752B7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A22C7A0D-606C-3BF9-8DBE-908D8096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37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3C684C1-8596-31A1-180D-C7EC5332B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13762C2-B7CC-ADA3-9D39-3541B3FE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835A5F9-7E68-401F-C3BB-09FB74F82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A5F73E6-ECB8-2943-41D8-05812D84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0F398-88D3-4D2F-9F7E-785BF8AD0274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86B5AF7-95CA-05D2-1119-F667C7B6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22599C23-C916-AE53-9371-42CF3819D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91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B9AC56-39A4-2278-722C-617F9F770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B1FAD1B2-1942-74FB-C400-0DB0C13B90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B1DA8F38-E9BE-47E4-7662-3CD4AECCB2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A228AE0B-2CCA-EDA3-1B80-8F2E1DF84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A94C1-07AC-4775-8A4F-70BB05306BF7}" type="datetime1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2FDB1342-9AFD-57F0-2E90-76ECCEAFA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6DE180B8-E20A-6138-1A1C-1E980CAD4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494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6F050B6-05B4-E3FE-22C0-B823946C3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534B519-CE0F-EF5E-0363-067F1B0DB1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9E2CA70-5E41-1433-D1D4-58B7EECA7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0BF149-3A71-4B38-9BDE-7A4D7C7AB1A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4A27E013-1DD3-69EC-2DB2-F95CD3491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D12FAA7-8459-22BB-DD92-45D2DCDB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19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2665F096-56EB-9C2E-FB81-FEE0A0CAD9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AF2D9855-6F39-E67A-6BE9-0AC527E97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5C113E1-9951-703E-A152-D5CEEC0EE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15CF1-83E4-4056-B983-BD617F30DAFA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7463D87-637E-E53B-45EF-5E53B2925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75677AB-ED08-1C04-AEC4-B8B3B85B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424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B34DB59C-E06D-9064-D0E9-EE878347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03B2644-B987-EA40-64D1-C253A45B0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6DBC9483-BDE6-AF2E-5EF6-5FD8C63DA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FA37CB-3111-4E43-978B-840B0C3E984E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E6345DA1-9E37-8BE4-5FD8-3086239736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9C78D0E-8A6B-A368-9312-1F3C29DDBA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CEF87E-815D-44D1-B0AB-39AF0402D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5271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77F15FA6-086D-491A-B175-0CA4656FBDCB}"/>
              </a:ext>
            </a:extLst>
          </p:cNvPr>
          <p:cNvPicPr/>
          <p:nvPr/>
        </p:nvPicPr>
        <p:blipFill>
          <a:blip r:embed="rId2" cstate="print"/>
          <a:srcRect l="21229" t="27213" r="21523" b="35253"/>
          <a:stretch>
            <a:fillRect/>
          </a:stretch>
        </p:blipFill>
        <p:spPr bwMode="auto">
          <a:xfrm>
            <a:off x="3256548" y="136525"/>
            <a:ext cx="4776536" cy="834189"/>
          </a:xfrm>
          <a:prstGeom prst="rect">
            <a:avLst/>
          </a:prstGeom>
          <a:ln>
            <a:headEnd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</p:pic>
      <p:sp>
        <p:nvSpPr>
          <p:cNvPr id="7" name="Title 6">
            <a:extLst>
              <a:ext uri="{FF2B5EF4-FFF2-40B4-BE49-F238E27FC236}">
                <a16:creationId xmlns="" xmlns:a16="http://schemas.microsoft.com/office/drawing/2014/main" id="{5BEE647A-5606-A6E5-93DB-A43A8FC2D8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3138" y="1251284"/>
            <a:ext cx="10812378" cy="2458586"/>
          </a:xfrm>
        </p:spPr>
        <p:txBody>
          <a:bodyPr>
            <a:noAutofit/>
          </a:bodyPr>
          <a:lstStyle/>
          <a:p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AND DATA SCIENCE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2025 - 2026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 III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LABORATORY</a:t>
            </a:r>
            <a:b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REVIEW</a:t>
            </a:r>
            <a:r>
              <a:rPr lang="en-GB" sz="24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&lt;PYSNAKE:AN CLASSIC GAME&gt;</a:t>
            </a:r>
            <a:endParaRPr 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="" xmlns:a16="http://schemas.microsoft.com/office/drawing/2014/main" id="{B39E0012-B3AF-E718-6BBA-5D37629E40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153327"/>
              </p:ext>
            </p:extLst>
          </p:nvPr>
        </p:nvGraphicFramePr>
        <p:xfrm>
          <a:off x="2098841" y="3845961"/>
          <a:ext cx="8392696" cy="245858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16485">
                  <a:extLst>
                    <a:ext uri="{9D8B030D-6E8A-4147-A177-3AD203B41FA5}">
                      <a16:colId xmlns="" xmlns:a16="http://schemas.microsoft.com/office/drawing/2014/main" val="1924387309"/>
                    </a:ext>
                  </a:extLst>
                </a:gridCol>
                <a:gridCol w="6176211">
                  <a:extLst>
                    <a:ext uri="{9D8B030D-6E8A-4147-A177-3AD203B41FA5}">
                      <a16:colId xmlns="" xmlns:a16="http://schemas.microsoft.com/office/drawing/2014/main" val="471423325"/>
                    </a:ext>
                  </a:extLst>
                </a:gridCol>
              </a:tblGrid>
              <a:tr h="486314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REGISTER NUMBER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2117240070059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7170341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Dharshan</a:t>
                      </a:r>
                      <a:r>
                        <a:rPr lang="en-US" dirty="0" smtClean="0"/>
                        <a:t> MD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967366592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YEAR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r>
                        <a:rPr lang="en-US" baseline="30000" dirty="0" smtClean="0"/>
                        <a:t>nd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106965190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SECTION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34068443"/>
                  </a:ext>
                </a:extLst>
              </a:tr>
              <a:tr h="493068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chemeClr val="tx1"/>
                          </a:solidFill>
                        </a:rPr>
                        <a:t>FACULTY IN-CHARGE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/>
                        <a:t>Mrs. M. Divya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536199969"/>
                  </a:ext>
                </a:extLst>
              </a:tr>
            </a:tbl>
          </a:graphicData>
        </a:graphic>
      </p:graphicFrame>
      <p:sp>
        <p:nvSpPr>
          <p:cNvPr id="12" name="Date Placeholder 11">
            <a:extLst>
              <a:ext uri="{FF2B5EF4-FFF2-40B4-BE49-F238E27FC236}">
                <a16:creationId xmlns="" xmlns:a16="http://schemas.microsoft.com/office/drawing/2014/main" id="{6B174A57-15CE-2FFD-86D9-B7E846924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B0B098-7844-408D-9BB3-6B083FBEE8AA}" type="datetime1">
              <a:rPr lang="en-US" smtClean="0"/>
              <a:t>10/29/2025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="" xmlns:a16="http://schemas.microsoft.com/office/drawing/2014/main" id="{E4873981-939E-932D-DBE2-6B02CC9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793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23E759A-0732-65F8-ABFC-93E81441B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PROBLEM STATEMENT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AE17474-C476-1051-3F37-A2159E2BE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0863" y="2181727"/>
            <a:ext cx="11373853" cy="5967662"/>
          </a:xfrm>
        </p:spPr>
        <p:txBody>
          <a:bodyPr>
            <a:normAutofit/>
          </a:bodyPr>
          <a:lstStyle/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feature-rich Snake game in Python using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Pygame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 levels, power-ups, score tracking, and smooth gameplay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game mechanics, collision detection, and basic AI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 with power-ups, levels, and high score tracking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US" sz="3200" dirty="0"/>
              <a:t> </a:t>
            </a:r>
            <a:r>
              <a:rPr lang="en-US" sz="3200" dirty="0" smtClean="0"/>
              <a:t>Provide </a:t>
            </a:r>
            <a:r>
              <a:rPr lang="en-US" sz="3200" dirty="0"/>
              <a:t>a user-friendly interface and smooth game flow.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5FF5BCC-B36E-DFE5-103F-31FA12632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0253399-F526-B4B1-D444-32B3A164A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614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83ACC068-5F54-97E8-2F1C-0538F112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B2B1AF-B7ED-6DDA-888D-9BCAF08EA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5509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THEORETICAL BACKGROUND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E67243E-1300-82BE-9968-6837E801A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3579"/>
            <a:ext cx="10515600" cy="4813385"/>
          </a:xfrm>
        </p:spPr>
        <p:txBody>
          <a:bodyPr>
            <a:normAutofit/>
          </a:bodyPr>
          <a:lstStyle/>
          <a:p>
            <a:pPr lvl="1"/>
            <a:r>
              <a:rPr lang="en-US" sz="3200" dirty="0"/>
              <a:t>Built using </a:t>
            </a:r>
            <a:r>
              <a:rPr lang="en-US" sz="3200" dirty="0" err="1"/>
              <a:t>Pygame</a:t>
            </a:r>
            <a:r>
              <a:rPr lang="en-US" sz="3200" dirty="0"/>
              <a:t> library for 2D graphics and input</a:t>
            </a:r>
            <a:r>
              <a:rPr lang="en-US" sz="3200" dirty="0" smtClean="0"/>
              <a:t>.</a:t>
            </a:r>
          </a:p>
          <a:p>
            <a:pPr lvl="1"/>
            <a:r>
              <a:rPr lang="en-US" sz="3200" dirty="0"/>
              <a:t> Core logic based on Game Loop structure</a:t>
            </a:r>
            <a:r>
              <a:rPr lang="en-US" sz="3200" dirty="0" smtClean="0"/>
              <a:t>.</a:t>
            </a:r>
          </a:p>
          <a:p>
            <a:pPr lvl="1"/>
            <a:r>
              <a:rPr lang="en-GB" sz="3200" dirty="0"/>
              <a:t>Finite State Machine controls game states</a:t>
            </a:r>
            <a:r>
              <a:rPr lang="en-GB" sz="3200" dirty="0" smtClean="0"/>
              <a:t>.</a:t>
            </a:r>
          </a:p>
          <a:p>
            <a:pPr lvl="1"/>
            <a:r>
              <a:rPr lang="en-US" sz="3200" dirty="0"/>
              <a:t>Grid-based movement simplifies logic and collisions</a:t>
            </a:r>
            <a:r>
              <a:rPr lang="en-US" sz="3200" dirty="0" smtClean="0"/>
              <a:t>.</a:t>
            </a:r>
          </a:p>
          <a:p>
            <a:pPr lvl="1"/>
            <a:r>
              <a:rPr lang="en-US" sz="3200" dirty="0" smtClean="0"/>
              <a:t> </a:t>
            </a:r>
            <a:r>
              <a:rPr lang="en-US" sz="3200" dirty="0"/>
              <a:t>Collision detection ensures interaction with food and walls</a:t>
            </a:r>
            <a:r>
              <a:rPr lang="en-US" sz="3200" dirty="0" smtClean="0"/>
              <a:t>.</a:t>
            </a:r>
          </a:p>
          <a:p>
            <a:pPr lvl="1"/>
            <a:r>
              <a:rPr lang="en-US" sz="3200" dirty="0" smtClean="0"/>
              <a:t> </a:t>
            </a:r>
            <a:r>
              <a:rPr lang="en-US" sz="3200" dirty="0"/>
              <a:t>Possible AI algorithms: A*, BFS, or Reinforcement </a:t>
            </a:r>
            <a:r>
              <a:rPr lang="en-US" sz="3200" dirty="0" smtClean="0"/>
              <a:t>Learning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AF593AB-ABA6-D8E8-42D9-A38FB7B4D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FBEDF-053F-468F-8CCF-D1ACE4FBB50D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40AE40CC-B05F-6325-A926-99504CD4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692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4A34F6B-2294-8100-6428-71DD4A23A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876350-5987-57CB-5096-A77DCA2009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IMPLEMENTATION AND CODE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9904C-7E5E-5862-ACA4-167CDBC504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326"/>
            <a:ext cx="10515600" cy="4909637"/>
          </a:xfrm>
        </p:spPr>
        <p:txBody>
          <a:bodyPr/>
          <a:lstStyle/>
          <a:p>
            <a:r>
              <a:rPr lang="en-GB" dirty="0"/>
              <a:t>Link to code in Git-hub Repository</a:t>
            </a:r>
          </a:p>
          <a:p>
            <a:endParaRPr lang="en-GB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0BC0E82-F7C5-E4B3-8BB9-1583AC631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4775014-201C-1110-C957-46A30A1C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ACE64048-76D1-E559-97A6-1E9DA8CC9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865009"/>
              </p:ext>
            </p:extLst>
          </p:nvPr>
        </p:nvGraphicFramePr>
        <p:xfrm>
          <a:off x="1854200" y="2205222"/>
          <a:ext cx="8128000" cy="1747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64000">
                  <a:extLst>
                    <a:ext uri="{9D8B030D-6E8A-4147-A177-3AD203B41FA5}">
                      <a16:colId xmlns="" xmlns:a16="http://schemas.microsoft.com/office/drawing/2014/main" val="4052004335"/>
                    </a:ext>
                  </a:extLst>
                </a:gridCol>
                <a:gridCol w="4064000">
                  <a:extLst>
                    <a:ext uri="{9D8B030D-6E8A-4147-A177-3AD203B41FA5}">
                      <a16:colId xmlns="" xmlns:a16="http://schemas.microsoft.com/office/drawing/2014/main" val="12519598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List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Git-hub Repository Links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99369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Implementation of Code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https://github.com/Dharshan2007-art/AI-mini-project.git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96202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Word Document Report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5105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PPT Link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807241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9586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CAD63ECA-B59E-8742-1165-9911D2A450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0B2EF6-B936-B9EB-24E4-C84A0624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smtClean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3368" y="1266825"/>
            <a:ext cx="7930806" cy="4910138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04773938-5370-329C-27AB-D82ECB9D7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A83B3C-8735-B8FC-8D50-B919B3471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363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7AF55069-71B1-83F0-E5F5-B02F8F57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F358887-D4AD-6383-79D6-F528D3482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 smtClean="0">
                <a:solidFill>
                  <a:schemeClr val="tx1"/>
                </a:solidFill>
              </a:rPr>
              <a:t>OUTPUT AND RESULTS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B511744-1841-7314-5231-7CC4C07DD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48589"/>
            <a:ext cx="10515600" cy="4428374"/>
          </a:xfrm>
        </p:spPr>
        <p:txBody>
          <a:bodyPr>
            <a:normAutofit/>
          </a:bodyPr>
          <a:lstStyle/>
          <a:p>
            <a:pPr lvl="0"/>
            <a:r>
              <a:rPr lang="en-US" sz="3200" dirty="0"/>
              <a:t>Start Screen: Title and “Start” button</a:t>
            </a:r>
            <a:r>
              <a:rPr lang="en-US" sz="3200" dirty="0" smtClean="0"/>
              <a:t>.</a:t>
            </a:r>
          </a:p>
          <a:p>
            <a:pPr lvl="0"/>
            <a:r>
              <a:rPr lang="en-US" sz="3200" dirty="0"/>
              <a:t>Level Select: Easy, Medium, Hard options</a:t>
            </a:r>
            <a:r>
              <a:rPr lang="en-US" sz="3200" dirty="0" smtClean="0"/>
              <a:t>.</a:t>
            </a:r>
          </a:p>
          <a:p>
            <a:pPr lvl="0"/>
            <a:r>
              <a:rPr lang="en-US" sz="3200" dirty="0"/>
              <a:t>Gameplay: Snake eats food, score increases</a:t>
            </a:r>
            <a:r>
              <a:rPr lang="en-US" sz="3200" dirty="0" smtClean="0"/>
              <a:t>.</a:t>
            </a:r>
          </a:p>
          <a:p>
            <a:pPr lvl="0"/>
            <a:r>
              <a:rPr lang="en-US" sz="3200" dirty="0"/>
              <a:t>Shield Active: Blue glow and timer display</a:t>
            </a:r>
            <a:r>
              <a:rPr lang="en-US" sz="3200" dirty="0" smtClean="0"/>
              <a:t>.</a:t>
            </a:r>
          </a:p>
          <a:p>
            <a:pPr lvl="0"/>
            <a:r>
              <a:rPr lang="en-US" sz="3200" dirty="0"/>
              <a:t>Pause Screen: Overlay with Continue option</a:t>
            </a:r>
            <a:r>
              <a:rPr lang="en-US" sz="3200" dirty="0" smtClean="0"/>
              <a:t>.</a:t>
            </a:r>
          </a:p>
          <a:p>
            <a:pPr lvl="0"/>
            <a:r>
              <a:rPr lang="en-US" sz="3200" dirty="0"/>
              <a:t>Game Over: Final score with Play Again / Quit options.</a:t>
            </a:r>
            <a:endParaRPr lang="en-US" sz="3200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47BACE5-322B-3F55-2CA9-8E1D41170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7D1AF6B-7EFE-60E0-2350-AE083D01A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6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A9DEA9EE-5679-A557-E7BF-0A904D097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2BF6077-2697-7116-5A2C-99B8054B7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12192000" cy="645528"/>
          </a:xfr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REFERENCES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AB1971-AF7F-80EE-26ED-EA8A7E8C7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8800"/>
            <a:ext cx="10515600" cy="4348163"/>
          </a:xfrm>
        </p:spPr>
        <p:txBody>
          <a:bodyPr>
            <a:normAutofit/>
          </a:bodyPr>
          <a:lstStyle/>
          <a:p>
            <a:pPr lvl="0"/>
            <a:r>
              <a:rPr lang="en-GB" sz="3200" dirty="0" err="1"/>
              <a:t>Pygame</a:t>
            </a:r>
            <a:r>
              <a:rPr lang="en-GB" sz="3200" dirty="0"/>
              <a:t> Official Documentation – </a:t>
            </a:r>
            <a:r>
              <a:rPr lang="en-GB" sz="3200" dirty="0" smtClean="0"/>
              <a:t>pygame.org/docs</a:t>
            </a:r>
          </a:p>
          <a:p>
            <a:pPr lvl="0"/>
            <a:r>
              <a:rPr lang="en-US" sz="3200" dirty="0"/>
              <a:t>Invent Your Own Computer Games with Python – Al </a:t>
            </a:r>
            <a:r>
              <a:rPr lang="en-US" sz="3200" dirty="0" err="1" smtClean="0"/>
              <a:t>Sweigart</a:t>
            </a:r>
            <a:endParaRPr lang="en-US" sz="3200" dirty="0" smtClean="0"/>
          </a:p>
          <a:p>
            <a:pPr lvl="0"/>
            <a:r>
              <a:rPr lang="en-US" sz="3200" dirty="0"/>
              <a:t>Clear Code </a:t>
            </a:r>
            <a:r>
              <a:rPr lang="en-US" sz="3200" dirty="0" err="1"/>
              <a:t>Pygame</a:t>
            </a:r>
            <a:r>
              <a:rPr lang="en-US" sz="3200" dirty="0"/>
              <a:t> Tutorials – </a:t>
            </a:r>
            <a:r>
              <a:rPr lang="en-US" sz="3200" dirty="0" smtClean="0"/>
              <a:t>YouTube</a:t>
            </a:r>
          </a:p>
          <a:p>
            <a:pPr lvl="0"/>
            <a:r>
              <a:rPr lang="en-US" sz="3200" dirty="0"/>
              <a:t>Real Python – </a:t>
            </a:r>
            <a:r>
              <a:rPr lang="en-US" sz="3200" dirty="0" err="1"/>
              <a:t>Pygame</a:t>
            </a:r>
            <a:r>
              <a:rPr lang="en-US" sz="3200" dirty="0"/>
              <a:t> Articles and </a:t>
            </a:r>
            <a:r>
              <a:rPr lang="en-US" sz="3200" dirty="0" smtClean="0"/>
              <a:t>Guides</a:t>
            </a:r>
          </a:p>
          <a:p>
            <a:pPr lvl="0"/>
            <a:r>
              <a:rPr lang="en-US" sz="3200" dirty="0"/>
              <a:t>Game Programming Patterns – Robert </a:t>
            </a:r>
            <a:r>
              <a:rPr lang="en-US" sz="3200" dirty="0" smtClean="0"/>
              <a:t>Nystrom</a:t>
            </a:r>
          </a:p>
          <a:p>
            <a:pPr lvl="0"/>
            <a:r>
              <a:rPr lang="en-US" sz="3200" dirty="0"/>
              <a:t>Stack Overflow – Python &amp; </a:t>
            </a:r>
            <a:r>
              <a:rPr lang="en-US" sz="3200" dirty="0" err="1"/>
              <a:t>Pygame</a:t>
            </a:r>
            <a:r>
              <a:rPr lang="en-US" sz="3200" dirty="0"/>
              <a:t> Developer Forum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18721BC-42E2-4822-3086-5AF81F1A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80D13-07B8-4CF5-901F-BD1025D74351}" type="datetime1">
              <a:rPr lang="en-US" smtClean="0"/>
              <a:t>10/29/2025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60D8BC28-15FA-0C88-32FB-88458DEB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CEF87E-815D-44D1-B0AB-39AF0402D6A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07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278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DEPARTMENT OF ARTIFICIAL INTELLIGENCE AND DATA SCIENCE ACADEMIC YEAR 2025 - 2026 SEMESTER III ARTIFICIAL INTELLIGENCE LABORATORY  MINI PROJECT REVIEW   &lt;PYSNAKE:AN CLASSIC GAME&gt;</vt:lpstr>
      <vt:lpstr>PROBLEM STATEMENT</vt:lpstr>
      <vt:lpstr>THEORETICAL BACKGROUND</vt:lpstr>
      <vt:lpstr>IMPLEMENTATION AND CODE</vt:lpstr>
      <vt:lpstr>OUTPUT AND RESULTS</vt:lpstr>
      <vt:lpstr>OUTPUT AND RESULTS</vt:lpstr>
      <vt:lpstr>REFERENCES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DEPARTMENT OF ARTIFICIAL INTELLIGENCE AND DATA SCIENCE ACADEMIC YEAR 2025 - 2026 SEMESTER III ARTIFICIAL INTELLIGENCE LABORATORY  MINI PROJECT REVIEW   &lt;PYSNAKE:AN CLASSIC GAME&gt;</dc:title>
  <dc:creator>SANKAR GANESH K</dc:creator>
  <cp:lastModifiedBy>Dharani Murugesan</cp:lastModifiedBy>
  <cp:revision>7</cp:revision>
  <dcterms:created xsi:type="dcterms:W3CDTF">2025-10-18T08:57:34Z</dcterms:created>
  <dcterms:modified xsi:type="dcterms:W3CDTF">2025-10-29T08:13:45Z</dcterms:modified>
</cp:coreProperties>
</file>